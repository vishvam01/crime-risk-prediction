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4" r:id="rId4"/>
    <p:sldId id="258" r:id="rId5"/>
    <p:sldId id="259" r:id="rId6"/>
    <p:sldId id="263" r:id="rId7"/>
    <p:sldId id="265" r:id="rId8"/>
    <p:sldId id="260" r:id="rId9"/>
    <p:sldId id="269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318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63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883920"/>
            <a:ext cx="8991600" cy="98806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2807970"/>
            <a:ext cx="9775190" cy="3821430"/>
          </a:xfrm>
        </p:spPr>
        <p:txBody>
          <a:bodyPr>
            <a:normAutofit/>
          </a:bodyPr>
          <a:lstStyle/>
          <a:p>
            <a:pPr algn="ctr"/>
            <a:r>
              <a:rPr lang="en-US" sz="32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Crime Mapping and Prediction using Machine Learning</a:t>
            </a:r>
            <a:endParaRPr lang="en-IN" sz="32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Submitted by -    Vinayak (24MCI10064)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Vishvam (24MCI10010)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 -      Dr. </a:t>
            </a:r>
            <a:r>
              <a:rPr lang="en-IN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Disha Handa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65" y="402590"/>
            <a:ext cx="8109585" cy="85153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1458687"/>
            <a:ext cx="8811007" cy="5181600"/>
          </a:xfrm>
        </p:spPr>
        <p:txBody>
          <a:bodyPr>
            <a:normAutofit/>
          </a:bodyPr>
          <a:lstStyle/>
          <a:p>
            <a:pPr marL="342900" indent="-342900" algn="l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chemeClr val="bg1"/>
              </a:buClr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Build a machine learning system to predict crime zones and support crime     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prevention using data analytics.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Research paper focused on crime Zone Prediction and pattern analysis.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 Involved: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ML: Random Forest, 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Data Cleaning &amp; Preprocessing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Python Visualization Libraries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Web-based applications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9920" y="349885"/>
            <a:ext cx="8109585" cy="987425"/>
          </a:xfrm>
        </p:spPr>
        <p:txBody>
          <a:bodyPr>
            <a:normAutofit/>
          </a:bodyPr>
          <a:lstStyle/>
          <a:p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Features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581785"/>
            <a:ext cx="8811260" cy="5151755"/>
          </a:xfrm>
        </p:spPr>
        <p:txBody>
          <a:bodyPr>
            <a:noAutofit/>
          </a:bodyPr>
          <a:lstStyle/>
          <a:p>
            <a:pPr marL="342900" indent="-342900" algn="l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Crime Dataset (India)</a:t>
            </a:r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chemeClr val="bg1"/>
              </a:buClr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1. Report Number</a:t>
            </a:r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chemeClr val="bg1"/>
              </a:buClr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2.Date Reported</a:t>
            </a:r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chemeClr val="bg1"/>
              </a:buClr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3.Date of Occurrence</a:t>
            </a:r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chemeClr val="bg1"/>
              </a:buClr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4.Time of Occurrence</a:t>
            </a:r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chemeClr val="bg1"/>
              </a:buClr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5.City</a:t>
            </a:r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chemeClr val="bg1"/>
              </a:buClr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6.Crime Description</a:t>
            </a:r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chemeClr val="bg1"/>
              </a:buClr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7.Victim Age</a:t>
            </a:r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chemeClr val="bg1"/>
              </a:buClr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8.Victim Gender</a:t>
            </a:r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chemeClr val="bg1"/>
              </a:buClr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9.Weapon Used</a:t>
            </a:r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chemeClr val="bg1"/>
              </a:buClr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10.Case Closed</a:t>
            </a:r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creenshot 2025-11-03 1945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8725" y="2764155"/>
            <a:ext cx="6936740" cy="3555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9700" y="402590"/>
            <a:ext cx="9100185" cy="861695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4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Algorithms</a:t>
            </a:r>
            <a:endParaRPr lang="en-IN" sz="4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540510"/>
            <a:ext cx="5295900" cy="5140960"/>
          </a:xfrm>
        </p:spPr>
        <p:txBody>
          <a:bodyPr>
            <a:normAutofit lnSpcReduction="20000"/>
          </a:bodyPr>
          <a:lstStyle/>
          <a:p>
            <a:pPr marL="342900" indent="-342900" algn="l">
              <a:buClrTx/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ClrTx/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 &amp; redundancies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ClrTx/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Converting nominal to numeric data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buClrTx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ClrTx/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: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ClrTx/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ClrTx/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ClrTx/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buClrTx/>
              <a:buFont typeface="Arial" panose="020B0604020202020204" pitchFamily="34" charset="0"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ClrTx/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ClrTx/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ClrTx/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4095" y="2045335"/>
            <a:ext cx="5361940" cy="41319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5170" y="402590"/>
            <a:ext cx="7418705" cy="851535"/>
          </a:xfrm>
        </p:spPr>
        <p:txBody>
          <a:bodyPr>
            <a:normAutofit/>
          </a:bodyPr>
          <a:lstStyle/>
          <a:p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alt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695450"/>
            <a:ext cx="9102725" cy="5006340"/>
          </a:xfrm>
        </p:spPr>
        <p:txBody>
          <a:bodyPr>
            <a:noAutofit/>
          </a:bodyPr>
          <a:lstStyle/>
          <a:p>
            <a:pPr marL="285750" indent="-285750" algn="l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Research: Focused on GIS-based crime mapping and hotspot detection (e.g., Kernel Density Estimation).</a:t>
            </a:r>
            <a:endParaRPr lang="en-US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0000"/>
              </a:lnSpc>
              <a:buFont typeface="Wingdings" panose="05000000000000000000" charset="0"/>
              <a:buChar char="q"/>
            </a:pPr>
            <a:endParaRPr lang="en-US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Approaches: Linked crime with population density, unemployment, socioeconomic status, and time of day.</a:t>
            </a:r>
            <a:endParaRPr lang="en-US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0000"/>
              </a:lnSpc>
              <a:buFont typeface="Wingdings" panose="05000000000000000000" charset="0"/>
              <a:buChar char="q"/>
            </a:pPr>
            <a:endParaRPr lang="en-US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Theoretical Foundation: Routine Activity Theory – crimes cluster in socially active areas (markets, parks, transit hubs).</a:t>
            </a:r>
            <a:endParaRPr lang="en-US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Models: Random Forest, SVM, Neural Networks applied for crime prediction with improved accuracy.</a:t>
            </a:r>
            <a:endParaRPr lang="en-US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Spatio-temporal Features: Adding time and location enhances hotspot forecasting.</a:t>
            </a:r>
            <a:endParaRPr lang="en-US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5550" y="551180"/>
            <a:ext cx="6625590" cy="80010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GAPS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4560" y="1536700"/>
            <a:ext cx="9102725" cy="5100955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enrichment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Many models rely only on incident data; integrating mobility, POI, and weather data consistently improves performance but is under-utilized in some regions (including parts of India). 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Transferability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Models trained in one city often degrade in another due to socio-spatial differences; research on transfer learning and domain adaptation is promising but early. 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Ethics &amp; governance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Operational deployment requires auditing, transparency, and safeguards to prevent exacerbation of biases — a growing strand of recent work. 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sz="1700" dirty="0"/>
          </a:p>
          <a:p>
            <a:pPr marL="342900" indent="-342900" algn="l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IN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6975" y="402590"/>
            <a:ext cx="9120505" cy="80899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&amp; Conclusion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555115"/>
            <a:ext cx="10333990" cy="5008880"/>
          </a:xfrm>
        </p:spPr>
        <p:txBody>
          <a:bodyPr>
            <a:normAutofit/>
          </a:bodyPr>
          <a:lstStyle/>
          <a:p>
            <a:pPr marL="342900" indent="-342900" algn="l"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Crime Dataset (India) 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l"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Columns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14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l"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Preprocessing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14 input features we have reduced it into 5 input features 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l">
              <a:buClrTx/>
              <a:buFont typeface="Arial" panose="020B0604020202020204" pitchFamily="34" charset="0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and based on which we have trained our two models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l">
              <a:buClrTx/>
              <a:buFont typeface="Arial" panose="020B0604020202020204" pitchFamily="34" charset="0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(XGBoost and Random Forest).                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l"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Purpose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predict risk based on these 5 input features.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Tx/>
              <a:buFont typeface="Wingdings" panose="05000000000000000000" pitchFamily="2" charset="2"/>
            </a:pPr>
            <a:r>
              <a:rPr lang="en-I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We have created a Machine learning Application, which can help in reducing crime rate and </a:t>
            </a:r>
            <a:endParaRPr lang="en-IN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Tx/>
              <a:buFont typeface="Wingdings" panose="05000000000000000000" pitchFamily="2" charset="2"/>
            </a:pPr>
            <a:r>
              <a:rPr lang="en-I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create a greater impact in the Society. 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21665" y="304800"/>
            <a:ext cx="6278880" cy="869950"/>
          </a:xfrm>
        </p:spPr>
        <p:txBody>
          <a:bodyPr/>
          <a:lstStyle/>
          <a:p>
            <a:r>
              <a:rPr lang="en-IN" altLang="en-US" sz="340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57935"/>
            <a:ext cx="10003155" cy="54273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40782" y="5016572"/>
            <a:ext cx="102435" cy="208570"/>
          </a:xfrm>
        </p:spPr>
        <p:txBody>
          <a:bodyPr>
            <a:normAutofit fontScale="40000" lnSpcReduction="20000"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0</TotalTime>
  <Words>2821</Words>
  <Application>WPS Presentation</Application>
  <PresentationFormat>Widescreen</PresentationFormat>
  <Paragraphs>93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Times New Roman</vt:lpstr>
      <vt:lpstr>Wingdings</vt:lpstr>
      <vt:lpstr>Microsoft YaHei</vt:lpstr>
      <vt:lpstr>Arial Unicode MS</vt:lpstr>
      <vt:lpstr>Gill Sans MT</vt:lpstr>
      <vt:lpstr>Calibri</vt:lpstr>
      <vt:lpstr>Parcel</vt:lpstr>
      <vt:lpstr>Case study</vt:lpstr>
      <vt:lpstr>Project Overview</vt:lpstr>
      <vt:lpstr> Dataset and Features</vt:lpstr>
      <vt:lpstr> Methodology &amp; Algorithms</vt:lpstr>
      <vt:lpstr>Literature Review</vt:lpstr>
      <vt:lpstr> RESEARCH GAPS</vt:lpstr>
      <vt:lpstr>Visualizations &amp; Conclusion</vt:lpstr>
      <vt:lpstr>User Interface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Crime Mapping and Prediction using Machine Learning</dc:title>
  <dc:creator>Vishvam Parihar</dc:creator>
  <cp:lastModifiedBy>Vishvam Parihar</cp:lastModifiedBy>
  <cp:revision>17</cp:revision>
  <dcterms:created xsi:type="dcterms:W3CDTF">2025-07-27T09:42:00Z</dcterms:created>
  <dcterms:modified xsi:type="dcterms:W3CDTF">2025-11-10T10:05:20Z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EE0F7FC31FFC4899BA45CE0D843E58D4_12</vt:lpwstr>
  </property>
  <property fmtid="{D5CDD505-2E9C-101B-9397-08002B2CF9AE}" pid="3" name="KSOProductBuildVer">
    <vt:lpwstr>1033-12.2.0.23155</vt:lpwstr>
  </property>
</Properties>
</file>